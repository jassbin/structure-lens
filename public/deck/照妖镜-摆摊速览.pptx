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7498080" y="-1097280"/>
            <a:ext cx="5943600" cy="4572000"/>
          </a:xfrm>
          <a:prstGeom prst="rect">
            <a:avLst/>
          </a:prstGeom>
          <a:solidFill>
            <a:srgbClr val="99F6E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-1371600" y="4389120"/>
            <a:ext cx="5943600" cy="3657600"/>
          </a:xfrm>
          <a:prstGeom prst="rect">
            <a:avLst/>
          </a:prstGeom>
          <a:solidFill>
            <a:srgbClr val="BAE6F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1274552" cy="5943600"/>
          </a:xfrm>
          <a:prstGeom prst="roundRect">
            <a:avLst>
              <a:gd name="adj" fmla="val 3846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400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F172A"/>
                </a:solidFill>
              </a:rPr>
              <a:t>照妖镜</a:t>
            </a:r>
            <a:pPr algn="l" indent="0" marL="0">
              <a:buNone/>
            </a:pPr>
            <a:r>
              <a:rPr lang="en-US" sz="2000" b="1" dirty="0">
                <a:solidFill>
                  <a:srgbClr val="94A3B8"/>
                </a:solidFill>
              </a:rPr>
              <a:t>  Structure Lens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766E"/>
                </a:solidFill>
              </a:rPr>
              <a:t>专治"表面一套、底下一套"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475569"/>
                </a:solidFill>
              </a:rPr>
              <a:t>把任意热点事件、政策或决策丢进来，AI 联网锁定真相，用一套固定的 </a:t>
            </a:r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F766E"/>
                </a:solidFill>
              </a:rPr>
              <a:t>8 步深度穿透</a:t>
            </a:r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475569"/>
                </a:solidFill>
              </a:rPr>
              <a:t> 层层剥开表面叙事，还原背后的 </a:t>
            </a:r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F766E"/>
                </a:solidFill>
              </a:rPr>
              <a:t>底层结构骨架</a:t>
            </a:r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475569"/>
                </a:solidFill>
              </a:rPr>
              <a:t> —— 谁在提取价值、谁被委托背锅、权力如何运作。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0D9488">
                <a:alpha val="45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AI 原生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14600" y="4297680"/>
            <a:ext cx="1911096" cy="45720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0D9488">
                <a:alpha val="45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8 步穿透管线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08576" y="4297680"/>
            <a:ext cx="1709928" cy="45720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0D9488">
                <a:alpha val="45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结构骨架还原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937760"/>
            <a:ext cx="1307592" cy="45720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0D9488">
                <a:alpha val="45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套路聚类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13432" y="4937760"/>
            <a:ext cx="1911096" cy="45720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0D9488">
                <a:alpha val="45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可辩论的 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07408" y="493776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0D9488">
                <a:alpha val="45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只读分享卡</a:t>
            </a:r>
            <a:endParaRPr lang="en-US" sz="1400" dirty="0"/>
          </a:p>
        </p:txBody>
      </p:sp>
      <p:pic>
        <p:nvPicPr>
          <p:cNvPr id="14" name="Image 0" descr="public/qr-boo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2651760"/>
            <a:ext cx="2377440" cy="2377440"/>
          </a:xfrm>
          <a:prstGeom prst="ellipse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138160" y="5074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📱 扫码，立即照一照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138160" y="5486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structure-lens-8c3bf836.eazo.dev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2026-08-29T20:16:06Z</dcterms:created>
  <dcterms:modified xsi:type="dcterms:W3CDTF">2026-08-29T20:16:06Z</dcterms:modified>
</cp:coreProperties>
</file>