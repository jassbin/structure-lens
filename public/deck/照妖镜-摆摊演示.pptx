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0F172A"/>
                </a:solidFill>
              </a:rPr>
              <a:t>照妖镜</a:t>
            </a:r>
            <a:pPr algn="l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  Structure Lens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</a:rPr>
              <a:t>专治"表面一套、底下一套"——放进来，照给你看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AI 原生的「事件结构透视」工具　·　#shenicest-fission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① 问题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F172A"/>
                </a:solidFill>
              </a:rPr>
              <a:t>每天的热点、政策、“反转”新闻扑面而来。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75569"/>
                </a:solidFill>
              </a:rPr>
              <a:t>• 多数人被表面叙事牵着走：愤怒、站队、遗忘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75569"/>
                </a:solidFill>
              </a:rPr>
              <a:t>• 没有工具帮普通人冷静拆开事件、看清底层结构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75569"/>
                </a:solidFill>
              </a:rPr>
              <a:t>• 谁在提取价值？谁被委托背锅？权力如何运作？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D9488"/>
                </a:solidFill>
              </a:rPr>
              <a:t>→ 缺一把“认知手术刀”，把看热闹变成看门道。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② 方案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照妖镜 = </a:t>
            </a:r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联网锁定真相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 + </a:t>
            </a:r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固定 8 步深度穿透</a:t>
            </a:r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 + </a:t>
            </a:r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还原结构骨架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334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输入即拆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154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丢入任意事件 / 政策 / 决策，AI 先联网锁定真实信息。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4688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334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逐层穿透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154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沿固定 8 步剥离情绪与话术，一步步直达底层逻辑。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6334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结构还原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15468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输出可视化结构骨架，并凝练一句直击本质的金句。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③ 核心之一 · 8 步分析管线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陈述表面叙事：事件被如何讲述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0876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剥离情绪与话术：去掉带节奏部分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3794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识别关键角色：谁在场、谁发声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08760" y="4846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追踪利益流动：钱/资源/风险往哪走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86600" y="1691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定位价值提取方：谁真正获益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8660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找出委托背锅方：谁承担代价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7947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86600" y="3794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还原权力运作：话语与规则如何被定义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846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08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86600" y="4846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凝练金句：一句话说穿底层逻辑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③ 核心之二 · 结构骨架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8 步的终点，是把事件还原成一副可复用的“骨架”：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505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价值提取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谁在效率红利里套现、获益。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505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委托背锅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谁被推去承担代价、成为叙事替罪。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4505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权力运作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9718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话语与规则如何被定义、被谁掌握。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表面千差万别，底层其实是同一套结构。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73152" cy="731520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④ 技术栈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45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前端 / 交互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Next.js App Router · TypeScript · Tailwind CSS · framer-motion · react-i18next 双语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数据 /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PostgreSQL · Drizzle ORM · Eazo 内置 AI · 联网检索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2219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平台 / 部署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3434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@eazo/sdk · MCP Server · Vercel 部署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6576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822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后端接口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analyze · drill · recompute · walk-focus · share；DATABASE_URL 仅服务端可见，MCP 可被外部 Agent 调用。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⑤ 创新点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5000"/>
              </a:lnSpc>
              <a:buSzPct val="100000"/>
              <a:buChar char="•"/>
            </a:pPr>
            <a:r>
              <a:rPr lang="en-US" sz="1900" b="1" dirty="0">
                <a:solidFill>
                  <a:srgbClr val="0D9488"/>
                </a:solidFill>
              </a:rPr>
              <a:t>结构化而非情绪化</a:t>
            </a:r>
            <a:pPr indent="0" marL="0">
              <a:lnSpc>
                <a:spcPct val="155000"/>
              </a:lnSpc>
              <a:buNone/>
            </a:pPr>
            <a:r>
              <a:rPr lang="en-US" sz="1900" dirty="0">
                <a:solidFill>
                  <a:srgbClr val="475569"/>
                </a:solidFill>
              </a:rPr>
              <a:t>：可复用方法论，产出可验证的结构
</a:t>
            </a:r>
            <a:pPr indent="0" marL="0">
              <a:lnSpc>
                <a:spcPct val="155000"/>
              </a:lnSpc>
              <a:buNone/>
            </a:pPr>
            <a:r>
              <a:rPr lang="en-US" sz="1900" b="1" dirty="0">
                <a:solidFill>
                  <a:srgbClr val="0D9488"/>
                </a:solidFill>
              </a:rPr>
              <a:t>AI 原生自动锁定</a:t>
            </a:r>
            <a:pPr indent="0" marL="0">
              <a:lnSpc>
                <a:spcPct val="155000"/>
              </a:lnSpc>
              <a:buNone/>
            </a:pPr>
            <a:r>
              <a:rPr lang="en-US" sz="1900" dirty="0">
                <a:solidFill>
                  <a:srgbClr val="475569"/>
                </a:solidFill>
              </a:rPr>
              <a:t>：宽泛方向 → 锁定真实最火事件 → 自动分析
</a:t>
            </a:r>
            <a:pPr indent="0" marL="0">
              <a:lnSpc>
                <a:spcPct val="155000"/>
              </a:lnSpc>
              <a:buNone/>
            </a:pPr>
            <a:r>
              <a:rPr lang="en-US" sz="1900" b="1" dirty="0">
                <a:solidFill>
                  <a:srgbClr val="0D9488"/>
                </a:solidFill>
              </a:rPr>
              <a:t>可辩论的 AI</a:t>
            </a:r>
            <a:pPr indent="0" marL="0">
              <a:lnSpc>
                <a:spcPct val="155000"/>
              </a:lnSpc>
              <a:buNone/>
            </a:pPr>
            <a:r>
              <a:rPr lang="en-US" sz="1900" dirty="0">
                <a:solidFill>
                  <a:srgbClr val="475569"/>
                </a:solidFill>
              </a:rPr>
              <a:t>：“我不同意”追问，AI 正面直答“为什么”
</a:t>
            </a:r>
            <a:pPr indent="0" marL="0">
              <a:lnSpc>
                <a:spcPct val="155000"/>
              </a:lnSpc>
              <a:buNone/>
            </a:pPr>
            <a:r>
              <a:rPr lang="en-US" sz="1900" b="1" dirty="0">
                <a:solidFill>
                  <a:srgbClr val="0D9488"/>
                </a:solidFill>
              </a:rPr>
              <a:t>同构套路库</a:t>
            </a:r>
            <a:pPr indent="0" marL="0">
              <a:lnSpc>
                <a:spcPct val="155000"/>
              </a:lnSpc>
              <a:buNone/>
            </a:pPr>
            <a:r>
              <a:rPr lang="en-US" sz="1900" dirty="0">
                <a:solidFill>
                  <a:srgbClr val="475569"/>
                </a:solidFill>
              </a:rPr>
              <a:t>：跨事件识别同一副骨架，沉淀套路
</a:t>
            </a:r>
            <a:pPr indent="0" marL="0">
              <a:lnSpc>
                <a:spcPct val="155000"/>
              </a:lnSpc>
              <a:buNone/>
            </a:pPr>
            <a:r>
              <a:rPr lang="en-US" sz="1900" b="1" dirty="0">
                <a:solidFill>
                  <a:srgbClr val="0D9488"/>
                </a:solidFill>
              </a:rPr>
              <a:t>隐私优先传播</a:t>
            </a:r>
            <a:pPr indent="0" marL="0">
              <a:lnSpc>
                <a:spcPct val="155000"/>
              </a:lnSpc>
              <a:buNone/>
            </a:pPr>
            <a:r>
              <a:rPr lang="en-US" sz="1900" dirty="0">
                <a:solidFill>
                  <a:srgbClr val="475569"/>
                </a:solidFill>
              </a:rPr>
              <a:t>：只读快照短链，不泄露身份与地图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498080" y="-1097280"/>
            <a:ext cx="5943600" cy="4572000"/>
          </a:xfrm>
          <a:prstGeom prst="rect">
            <a:avLst/>
          </a:prstGeom>
          <a:solidFill>
            <a:srgbClr val="99F6E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4389120"/>
            <a:ext cx="5943600" cy="3657600"/>
          </a:xfrm>
          <a:prstGeom prst="rect">
            <a:avLst/>
          </a:prstGeom>
          <a:solidFill>
            <a:srgbClr val="BAE6F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⑥ 后续计划 · 立即体验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6949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475569"/>
                </a:solidFill>
              </a:rPr>
              <a:t>• 结构方法论沉淀为公开“套路百科”，社区共建投票
</a:t>
            </a:r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475569"/>
                </a:solidFill>
              </a:rPr>
              <a:t>• 多信源交叉核验 + 可信度标注
</a:t>
            </a:r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475569"/>
                </a:solidFill>
              </a:rPr>
              <a:t>• 长文 / 多事件时间线的结构演化追踪
</a:t>
            </a:r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475569"/>
                </a:solidFill>
              </a:rPr>
              <a:t>• 开放 MCP / API，成为其他 AI 应用的“结构分析”底座</a:t>
            </a:r>
            <a:endParaRPr lang="en-US" sz="1700" dirty="0"/>
          </a:p>
        </p:txBody>
      </p:sp>
      <p:pic>
        <p:nvPicPr>
          <p:cNvPr id="7" name="Image 0" descr="public/qr-b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03120"/>
            <a:ext cx="2286000" cy="228600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📱 扫码，立即照一照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2104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structure-lens-8c3bf836.eazo.dev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2026-08-30T01:41:38Z</dcterms:created>
  <dcterms:modified xsi:type="dcterms:W3CDTF">2026-08-30T01:41:38Z</dcterms:modified>
</cp:coreProperties>
</file>